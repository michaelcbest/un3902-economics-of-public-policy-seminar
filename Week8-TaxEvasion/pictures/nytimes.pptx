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41D1-0B41-39A1-A8AA-E2F62F48E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4A763-F6CF-7FCE-64E2-224C5C7EC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F8397-963C-E40E-BB28-0956931E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C49F7-CEB4-87DF-1184-9864C3A6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F1964-4604-15BA-372C-6D54FF71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7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CFE9-8467-1C52-32E1-61F9F025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7D16-A11B-3D92-57A0-BFB54C77F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9639E-8638-FB8E-F990-FF61DA2F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E00AA-1DF5-5D6F-B8BB-7643AA11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FB43B-2FC0-0E21-92F0-712CE514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F395-CFFF-098D-17AE-80F223D0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3CBC-7F7F-5D4F-435E-CE0E50271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E0587-BFD6-009B-99A4-D9ADFC7F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3EC93-4C82-8016-0D01-7C1FA72A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78A9-53A8-157A-2B6A-0482E3D2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6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D1A3-497A-06D8-BB84-37EA9F67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6C4C3-FF84-BD43-DE77-1E8CF2624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F35D6-7091-D727-6C92-3FE185B0A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C7D9B-E9E9-3B2D-763E-2A85EF57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60B3B-79E9-D75A-3160-B001E814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8E6E8-28DB-54FF-D783-6358C19A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5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828E-F44D-DF58-B563-EB0C7B30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8F7C-44E5-FABC-D9AB-B4319DA70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A6039-1454-2AFC-2D9C-1E5CC73EB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5D434-EB28-6132-14D7-8DA93CEEB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F861C-1EC0-6CB7-C048-D223D2EB8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1BDE4-3076-B0E3-817F-7A75F055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2C90C-B098-D041-E0B6-7883DD8FA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7693A-76CE-86A7-14BC-0687CA38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9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973D-4241-3BC3-6A93-74FA18A99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D4983-B7B9-21DF-E35D-5817864C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C5D92-8AD2-BEF7-9792-ED859B45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5838B-E3D9-D7BF-6186-D2988DBC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7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6AE11-9BFC-702E-F0A7-251B40E0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09667-959C-D1F8-2334-E8CEF3A0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88C85-6CBF-401A-797E-C18ED980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C3BE-491B-9ABF-8DAC-12F8B0D7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90012-557B-1A61-B6C2-265607B78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3A0B8-CAD8-38FA-29B3-DF17D966E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21470-1D40-2142-5E4C-DB884E58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0AD37-5215-84B9-CF54-391A89FC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6090D-3DD9-2A50-B8F9-2CC6D390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5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E22A-DD05-D13D-8ADF-F8E324E1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93F06-7DE3-EAFD-9883-D397A5592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E1DDD-934A-4511-E62D-87DA74DEB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1CC69-8E55-A998-F799-5E0CB18E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6F238-C263-6147-4A6B-5322E86F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A7340-4255-9A15-A0A9-DFA38626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4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286A-71AF-58FB-A1B1-3B2BC927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5CE17-5A1B-68E6-62FB-238345E03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BA33-F388-8D9E-D7ED-9087671A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EE765-C5A4-0339-8E0E-0C3F4AED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050C3-AAA7-3565-BF20-FE49D066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1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A2C19-B532-9610-6AF0-0BA341630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C41C7-8D42-7FF2-C400-788C57D6E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9A332-B5B4-4132-83FC-6196BA8A7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7F8E-7E33-7F8F-11E1-856F3265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13819-30FE-0DDD-85DD-0703E605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0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4DF-5AE4-588A-C1DF-608C3102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5B12D-FE39-F2AC-39BB-8152948D8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1E50C-FB52-6A7C-577A-1217941B5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25C27-8CF9-0540-A2C6-5866CBB8286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D3389-62E2-850B-5342-AE9992561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AC58-9238-DFF0-051A-67C0CD4AE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3C95-5E42-434B-89C7-CF6C0E0D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6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E975A9-A6F0-D820-86EA-4AD5F5105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738"/>
            <a:ext cx="7772400" cy="37144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A15571-74B3-C531-C290-48A38F82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815" y="165101"/>
            <a:ext cx="59436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0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Best</dc:creator>
  <cp:lastModifiedBy>Michael Best</cp:lastModifiedBy>
  <cp:revision>1</cp:revision>
  <dcterms:created xsi:type="dcterms:W3CDTF">2025-11-17T21:29:17Z</dcterms:created>
  <dcterms:modified xsi:type="dcterms:W3CDTF">2025-11-17T21:40:55Z</dcterms:modified>
</cp:coreProperties>
</file>